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211E88-719F-28B2-58DD-E8A498C0A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1A705EF-37C9-F1F9-CF52-C0F449A21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011DCE-4A15-239E-F1C4-23EBB33D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6920425-DADB-003F-1B61-14717C2E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E1C94CD-9425-5304-64C7-45653A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2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4F1B36-5075-2267-61C6-CCD47B8E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5E0633-D80E-2315-3AC7-2E218A81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C96C15-6630-2F3E-AA28-7FAB77BC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ED357A-A149-F844-1199-5492F4B3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42DF01-7662-A3A2-0F2D-0F9F9066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7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51C3E5-2E29-A757-A0AF-EE5F2C4E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7B29C63-D124-C806-08BC-FD68026C7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48E740B-475A-C419-CBAE-E82ABDB1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419AAA-911F-C3A2-E93B-11FED1E04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52D46C6-6F72-BFAF-8B97-A2ADE58F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3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EC57FA-BBAF-F980-F149-9056E668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F23B91-AAE5-AA48-4FF0-260295D9A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2305401-E8BD-85DE-1392-33C14A876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F932F78-702A-247E-0EC8-CB98A3FE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A34C4D2-9162-C37B-744C-546632F7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5B260C2-25FD-18B5-71A4-483A954D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50EAF1-5A75-411F-8E36-15A7092C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E177C41-8540-04A9-9D71-8A63EB4C3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62EB2E3-8CE7-B65D-F12D-39976D675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9AE23D6-C7A2-9D33-DD26-44C22F3CC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BFE1B4F-6C3F-457B-845C-B93A90E3E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534A916-E318-803E-E54B-6F284D7E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BE5DF4B-773E-5020-840A-DCC4D8E7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413043F-1009-F33B-CF9C-7FA03F30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2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7BB620-9093-873C-BBA1-7D619A3BA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F137033-19EE-DFAA-5FF8-5C740401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1BD27D6-3C4A-CE32-71DB-6B92F708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8661766-E00C-6367-E9AE-5C218385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64B2C0C-3509-448A-DCC5-350DC6A3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E2015CC-E7B4-76DD-A36C-47DE185C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F33E16F-6CE5-96F0-13A7-D678B183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E3CFFB-6FD3-4F60-A742-42A420BF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9A8E28-22E8-F254-35F4-362356EE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EC5195E-1C3D-9781-A115-E261E891D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E6CAA3B-708D-91F3-9BEC-F81C78D3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83645D7-12AD-AD17-E883-82B222E4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A531E51-4E7A-2BCE-F828-6FEC3F2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1BA316-BB4B-21A2-440B-8945C383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500DE41-97B4-6382-6CA6-56489B695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EB84089-3B9C-BD2E-0C33-443090685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82C7042-AB97-3BED-8A49-78C0A514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0B8D569-8C6B-5B18-7B40-0BEC2531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B972F62-5F83-5E9C-0DAB-7408036C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6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9CED79-A0DC-15CC-E8A0-C8A8F0B8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2CEF1F0-EE8C-E8DA-DAE8-492C30799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9A19EE-B5EA-0553-680A-5132DEC7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CD8468-A460-05DA-EC93-549A1EFF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F3F14D4-FB1D-FE5D-32F3-3B295545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0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7F1F266-A698-F62E-7067-D18D935AA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2CDBC1B-4389-9210-BAC2-D02082D35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DA0B9A-B406-28F2-1116-02ADD86D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4BCAAB1-14F0-E6DF-8DF2-58A6597D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588382F-4279-53BD-546A-DBEE24B1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5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5915D4A-2E2B-F29D-A8E4-C94C0E38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24090C9-02F1-AECF-A217-C73B2A404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03E3AFE-D6AB-E366-3BDF-A09D09A30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9C896-A5FE-485E-8D98-4CFA28E9BC0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5B713B-CCAF-2D86-B1B7-A828A2C6C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CD93C3-11A1-EF95-388E-C4DFE64E0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84526-C655-4D4D-B646-5AA093DC4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2AB47A-20DE-BB8D-0ED7-3BC2C956D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FA3BA3-21AF-C141-5769-1EECD4925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0422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Myszka Paweł (STUD)</dc:creator>
  <cp:lastModifiedBy>Myszka Paweł (STUD)</cp:lastModifiedBy>
  <cp:revision>1</cp:revision>
  <dcterms:created xsi:type="dcterms:W3CDTF">2025-11-22T09:39:32Z</dcterms:created>
  <dcterms:modified xsi:type="dcterms:W3CDTF">2025-11-22T09:39:49Z</dcterms:modified>
</cp:coreProperties>
</file>